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43891200" cy="32918400"/>
  <p:notesSz cx="20104100" cy="15081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0007" userDrawn="1">
          <p15:clr>
            <a:srgbClr val="A4A3A4"/>
          </p15:clr>
        </p15:guide>
        <p15:guide id="2" pos="725" userDrawn="1">
          <p15:clr>
            <a:srgbClr val="A4A3A4"/>
          </p15:clr>
        </p15:guide>
        <p15:guide id="3" pos="6960" userDrawn="1">
          <p15:clr>
            <a:srgbClr val="A4A3A4"/>
          </p15:clr>
        </p15:guide>
        <p15:guide id="4" pos="7851" userDrawn="1">
          <p15:clr>
            <a:srgbClr val="A4A3A4"/>
          </p15:clr>
        </p15:guide>
        <p15:guide id="5" pos="19797" userDrawn="1">
          <p15:clr>
            <a:srgbClr val="A4A3A4"/>
          </p15:clr>
        </p15:guide>
        <p15:guide id="6" pos="20688" userDrawn="1">
          <p15:clr>
            <a:srgbClr val="A4A3A4"/>
          </p15:clr>
        </p15:guide>
        <p15:guide id="7" pos="26923" userDrawn="1">
          <p15:clr>
            <a:srgbClr val="A4A3A4"/>
          </p15:clr>
        </p15:guide>
        <p15:guide id="8" orient="horz" pos="677" userDrawn="1">
          <p15:clr>
            <a:srgbClr val="A4A3A4"/>
          </p15:clr>
        </p15:guide>
        <p15:guide id="9" pos="26160" userDrawn="1">
          <p15:clr>
            <a:srgbClr val="A4A3A4"/>
          </p15:clr>
        </p15:guide>
        <p15:guide id="10" pos="21480" userDrawn="1">
          <p15:clr>
            <a:srgbClr val="A4A3A4"/>
          </p15:clr>
        </p15:guide>
        <p15:guide id="11" orient="horz" pos="7068" userDrawn="1">
          <p15:clr>
            <a:srgbClr val="A4A3A4"/>
          </p15:clr>
        </p15:guide>
        <p15:guide id="12" orient="horz" pos="46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CFB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405"/>
  </p:normalViewPr>
  <p:slideViewPr>
    <p:cSldViewPr snapToGrid="0">
      <p:cViewPr varScale="1">
        <p:scale>
          <a:sx n="20" d="100"/>
          <a:sy n="20" d="100"/>
        </p:scale>
        <p:origin x="1363" y="29"/>
      </p:cViewPr>
      <p:guideLst>
        <p:guide orient="horz" pos="20007"/>
        <p:guide pos="725"/>
        <p:guide pos="6960"/>
        <p:guide pos="7851"/>
        <p:guide pos="19797"/>
        <p:guide pos="20688"/>
        <p:guide pos="26923"/>
        <p:guide orient="horz" pos="677"/>
        <p:guide pos="26160"/>
        <p:guide pos="21480"/>
        <p:guide orient="horz" pos="7068"/>
        <p:guide orient="horz" pos="46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89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tochukwu Marcellinu Oguchienti" userId="81716b36-7a6c-496b-bae8-07ded95f8392" providerId="ADAL" clId="{64BD3F16-0C53-4166-96D3-AB801F1728AB}"/>
    <pc:docChg chg="undo custSel modSld modMainMaster">
      <pc:chgData name="Somtochukwu Marcellinu Oguchienti" userId="81716b36-7a6c-496b-bae8-07ded95f8392" providerId="ADAL" clId="{64BD3F16-0C53-4166-96D3-AB801F1728AB}" dt="2026-04-23T17:41:49.012" v="1493" actId="1076"/>
      <pc:docMkLst>
        <pc:docMk/>
      </pc:docMkLst>
      <pc:sldChg chg="addSp delSp modSp mod">
        <pc:chgData name="Somtochukwu Marcellinu Oguchienti" userId="81716b36-7a6c-496b-bae8-07ded95f8392" providerId="ADAL" clId="{64BD3F16-0C53-4166-96D3-AB801F1728AB}" dt="2026-04-23T17:41:49.012" v="1493" actId="1076"/>
        <pc:sldMkLst>
          <pc:docMk/>
          <pc:sldMk cId="353508148" sldId="257"/>
        </pc:sldMkLst>
        <pc:spChg chg="mod">
          <ac:chgData name="Somtochukwu Marcellinu Oguchienti" userId="81716b36-7a6c-496b-bae8-07ded95f8392" providerId="ADAL" clId="{64BD3F16-0C53-4166-96D3-AB801F1728AB}" dt="2026-04-21T20:44:37.162" v="383" actId="2711"/>
          <ac:spMkLst>
            <pc:docMk/>
            <pc:sldMk cId="353508148" sldId="257"/>
            <ac:spMk id="23" creationId="{F8A635C5-9E73-102D-0B4F-2BBE68696051}"/>
          </ac:spMkLst>
        </pc:spChg>
        <pc:spChg chg="mod">
          <ac:chgData name="Somtochukwu Marcellinu Oguchienti" userId="81716b36-7a6c-496b-bae8-07ded95f8392" providerId="ADAL" clId="{64BD3F16-0C53-4166-96D3-AB801F1728AB}" dt="2026-04-21T20:44:44.123" v="384" actId="2711"/>
          <ac:spMkLst>
            <pc:docMk/>
            <pc:sldMk cId="353508148" sldId="257"/>
            <ac:spMk id="24" creationId="{54C748D0-1F08-FED1-BFF8-BB69157DD3C1}"/>
          </ac:spMkLst>
        </pc:spChg>
        <pc:spChg chg="mod">
          <ac:chgData name="Somtochukwu Marcellinu Oguchienti" userId="81716b36-7a6c-496b-bae8-07ded95f8392" providerId="ADAL" clId="{64BD3F16-0C53-4166-96D3-AB801F1728AB}" dt="2026-04-21T20:43:41.192" v="381" actId="2711"/>
          <ac:spMkLst>
            <pc:docMk/>
            <pc:sldMk cId="353508148" sldId="257"/>
            <ac:spMk id="26" creationId="{9AADE70F-383C-2CF2-6D70-3D102DA15836}"/>
          </ac:spMkLst>
        </pc:spChg>
        <pc:spChg chg="mod">
          <ac:chgData name="Somtochukwu Marcellinu Oguchienti" userId="81716b36-7a6c-496b-bae8-07ded95f8392" providerId="ADAL" clId="{64BD3F16-0C53-4166-96D3-AB801F1728AB}" dt="2026-04-21T21:10:09.496" v="1309" actId="1076"/>
          <ac:spMkLst>
            <pc:docMk/>
            <pc:sldMk cId="353508148" sldId="257"/>
            <ac:spMk id="27" creationId="{1436292E-7833-9139-6D01-E393ACC4FB9F}"/>
          </ac:spMkLst>
        </pc:spChg>
        <pc:spChg chg="mod">
          <ac:chgData name="Somtochukwu Marcellinu Oguchienti" userId="81716b36-7a6c-496b-bae8-07ded95f8392" providerId="ADAL" clId="{64BD3F16-0C53-4166-96D3-AB801F1728AB}" dt="2026-04-21T20:43:26.630" v="379" actId="2711"/>
          <ac:spMkLst>
            <pc:docMk/>
            <pc:sldMk cId="353508148" sldId="257"/>
            <ac:spMk id="28" creationId="{7D9E9DD7-031C-D4AE-3F68-48D8236A99C3}"/>
          </ac:spMkLst>
        </pc:spChg>
        <pc:spChg chg="mod">
          <ac:chgData name="Somtochukwu Marcellinu Oguchienti" userId="81716b36-7a6c-496b-bae8-07ded95f8392" providerId="ADAL" clId="{64BD3F16-0C53-4166-96D3-AB801F1728AB}" dt="2026-04-21T20:43:04.133" v="377" actId="2711"/>
          <ac:spMkLst>
            <pc:docMk/>
            <pc:sldMk cId="353508148" sldId="257"/>
            <ac:spMk id="29" creationId="{15D0DC33-8E7F-AE05-B3B5-CAB719A6A601}"/>
          </ac:spMkLst>
        </pc:spChg>
        <pc:spChg chg="mod">
          <ac:chgData name="Somtochukwu Marcellinu Oguchienti" userId="81716b36-7a6c-496b-bae8-07ded95f8392" providerId="ADAL" clId="{64BD3F16-0C53-4166-96D3-AB801F1728AB}" dt="2026-04-21T21:06:30.135" v="1180" actId="1038"/>
          <ac:spMkLst>
            <pc:docMk/>
            <pc:sldMk cId="353508148" sldId="257"/>
            <ac:spMk id="30" creationId="{1DA3D1AC-38BB-4CC8-AA0F-24AB007AE4B9}"/>
          </ac:spMkLst>
        </pc:spChg>
        <pc:spChg chg="mod">
          <ac:chgData name="Somtochukwu Marcellinu Oguchienti" userId="81716b36-7a6c-496b-bae8-07ded95f8392" providerId="ADAL" clId="{64BD3F16-0C53-4166-96D3-AB801F1728AB}" dt="2026-04-21T21:11:55.764" v="1346" actId="1036"/>
          <ac:spMkLst>
            <pc:docMk/>
            <pc:sldMk cId="353508148" sldId="257"/>
            <ac:spMk id="32" creationId="{0CF6D988-E7F7-0B09-5F94-186E194D0627}"/>
          </ac:spMkLst>
        </pc:spChg>
        <pc:spChg chg="mod">
          <ac:chgData name="Somtochukwu Marcellinu Oguchienti" userId="81716b36-7a6c-496b-bae8-07ded95f8392" providerId="ADAL" clId="{64BD3F16-0C53-4166-96D3-AB801F1728AB}" dt="2026-04-21T21:11:59.816" v="1348" actId="1036"/>
          <ac:spMkLst>
            <pc:docMk/>
            <pc:sldMk cId="353508148" sldId="257"/>
            <ac:spMk id="33" creationId="{40569717-955D-53CF-0429-156661B61226}"/>
          </ac:spMkLst>
        </pc:spChg>
        <pc:spChg chg="mod">
          <ac:chgData name="Somtochukwu Marcellinu Oguchienti" userId="81716b36-7a6c-496b-bae8-07ded95f8392" providerId="ADAL" clId="{64BD3F16-0C53-4166-96D3-AB801F1728AB}" dt="2026-04-21T21:07:50.204" v="1230" actId="1036"/>
          <ac:spMkLst>
            <pc:docMk/>
            <pc:sldMk cId="353508148" sldId="257"/>
            <ac:spMk id="34" creationId="{00A2B15F-70A7-488C-9A3E-CF39A3B232E2}"/>
          </ac:spMkLst>
        </pc:spChg>
        <pc:spChg chg="mod">
          <ac:chgData name="Somtochukwu Marcellinu Oguchienti" userId="81716b36-7a6c-496b-bae8-07ded95f8392" providerId="ADAL" clId="{64BD3F16-0C53-4166-96D3-AB801F1728AB}" dt="2026-04-21T21:09:11.008" v="1280" actId="14100"/>
          <ac:spMkLst>
            <pc:docMk/>
            <pc:sldMk cId="353508148" sldId="257"/>
            <ac:spMk id="35" creationId="{A7BB8CD8-5A1A-3D2A-AF8F-BF1756006CC3}"/>
          </ac:spMkLst>
        </pc:spChg>
        <pc:spChg chg="mod">
          <ac:chgData name="Somtochukwu Marcellinu Oguchienti" userId="81716b36-7a6c-496b-bae8-07ded95f8392" providerId="ADAL" clId="{64BD3F16-0C53-4166-96D3-AB801F1728AB}" dt="2026-04-21T21:08:14.575" v="1245" actId="14100"/>
          <ac:spMkLst>
            <pc:docMk/>
            <pc:sldMk cId="353508148" sldId="257"/>
            <ac:spMk id="37" creationId="{FDCE21B9-3BC2-270A-AE6B-BC6B35E289A7}"/>
          </ac:spMkLst>
        </pc:spChg>
        <pc:spChg chg="mod">
          <ac:chgData name="Somtochukwu Marcellinu Oguchienti" userId="81716b36-7a6c-496b-bae8-07ded95f8392" providerId="ADAL" clId="{64BD3F16-0C53-4166-96D3-AB801F1728AB}" dt="2026-04-21T21:08:08.530" v="1242" actId="14100"/>
          <ac:spMkLst>
            <pc:docMk/>
            <pc:sldMk cId="353508148" sldId="257"/>
            <ac:spMk id="38" creationId="{EA37FFBC-08D9-582B-C688-B0101C59AEDB}"/>
          </ac:spMkLst>
        </pc:spChg>
        <pc:spChg chg="mod">
          <ac:chgData name="Somtochukwu Marcellinu Oguchienti" userId="81716b36-7a6c-496b-bae8-07ded95f8392" providerId="ADAL" clId="{64BD3F16-0C53-4166-96D3-AB801F1728AB}" dt="2026-04-22T19:26:50.220" v="1462" actId="20577"/>
          <ac:spMkLst>
            <pc:docMk/>
            <pc:sldMk cId="353508148" sldId="257"/>
            <ac:spMk id="40" creationId="{13D6C685-DE02-4BDE-9CE5-281FC4BAB7E3}"/>
          </ac:spMkLst>
        </pc:spChg>
        <pc:spChg chg="mod">
          <ac:chgData name="Somtochukwu Marcellinu Oguchienti" userId="81716b36-7a6c-496b-bae8-07ded95f8392" providerId="ADAL" clId="{64BD3F16-0C53-4166-96D3-AB801F1728AB}" dt="2026-04-22T19:27:09.593" v="1471" actId="20577"/>
          <ac:spMkLst>
            <pc:docMk/>
            <pc:sldMk cId="353508148" sldId="257"/>
            <ac:spMk id="54" creationId="{7958BFD2-BFED-4BEB-9FD4-7A8712989B66}"/>
          </ac:spMkLst>
        </pc:spChg>
        <pc:spChg chg="mod">
          <ac:chgData name="Somtochukwu Marcellinu Oguchienti" userId="81716b36-7a6c-496b-bae8-07ded95f8392" providerId="ADAL" clId="{64BD3F16-0C53-4166-96D3-AB801F1728AB}" dt="2026-04-21T20:49:03.304" v="462" actId="1076"/>
          <ac:spMkLst>
            <pc:docMk/>
            <pc:sldMk cId="353508148" sldId="257"/>
            <ac:spMk id="61" creationId="{461B1998-85C8-4AD3-A3B6-7E1B79E7758A}"/>
          </ac:spMkLst>
        </pc:spChg>
        <pc:picChg chg="add del mod">
          <ac:chgData name="Somtochukwu Marcellinu Oguchienti" userId="81716b36-7a6c-496b-bae8-07ded95f8392" providerId="ADAL" clId="{64BD3F16-0C53-4166-96D3-AB801F1728AB}" dt="2026-04-21T21:22:22.660" v="1373" actId="478"/>
          <ac:picMkLst>
            <pc:docMk/>
            <pc:sldMk cId="353508148" sldId="257"/>
            <ac:picMk id="3" creationId="{6EB19772-6520-4471-8012-A049BE61E7F4}"/>
          </ac:picMkLst>
        </pc:picChg>
        <pc:picChg chg="add mod">
          <ac:chgData name="Somtochukwu Marcellinu Oguchienti" userId="81716b36-7a6c-496b-bae8-07ded95f8392" providerId="ADAL" clId="{64BD3F16-0C53-4166-96D3-AB801F1728AB}" dt="2026-04-23T17:41:49.012" v="1493" actId="1076"/>
          <ac:picMkLst>
            <pc:docMk/>
            <pc:sldMk cId="353508148" sldId="257"/>
            <ac:picMk id="3" creationId="{E009C615-5800-469A-B503-4A802122AC02}"/>
          </ac:picMkLst>
        </pc:picChg>
        <pc:picChg chg="add del mod">
          <ac:chgData name="Somtochukwu Marcellinu Oguchienti" userId="81716b36-7a6c-496b-bae8-07ded95f8392" providerId="ADAL" clId="{64BD3F16-0C53-4166-96D3-AB801F1728AB}" dt="2026-04-21T20:17:41.571" v="294" actId="478"/>
          <ac:picMkLst>
            <pc:docMk/>
            <pc:sldMk cId="353508148" sldId="257"/>
            <ac:picMk id="4" creationId="{55CB35C1-01DF-4036-9537-4FD567E83E9A}"/>
          </ac:picMkLst>
        </pc:picChg>
        <pc:picChg chg="add del mod">
          <ac:chgData name="Somtochukwu Marcellinu Oguchienti" userId="81716b36-7a6c-496b-bae8-07ded95f8392" providerId="ADAL" clId="{64BD3F16-0C53-4166-96D3-AB801F1728AB}" dt="2026-04-22T20:53:56.552" v="1487" actId="478"/>
          <ac:picMkLst>
            <pc:docMk/>
            <pc:sldMk cId="353508148" sldId="257"/>
            <ac:picMk id="4" creationId="{AEF7CF40-F1DE-4D30-993C-D638B73B42F8}"/>
          </ac:picMkLst>
        </pc:picChg>
        <pc:picChg chg="add del mod">
          <ac:chgData name="Somtochukwu Marcellinu Oguchienti" userId="81716b36-7a6c-496b-bae8-07ded95f8392" providerId="ADAL" clId="{64BD3F16-0C53-4166-96D3-AB801F1728AB}" dt="2026-04-20T21:39:32.762" v="162" actId="478"/>
          <ac:picMkLst>
            <pc:docMk/>
            <pc:sldMk cId="353508148" sldId="257"/>
            <ac:picMk id="6" creationId="{0942EFE1-B31F-4436-B8A7-6F505DE8A2AF}"/>
          </ac:picMkLst>
        </pc:picChg>
        <pc:picChg chg="add del mod">
          <ac:chgData name="Somtochukwu Marcellinu Oguchienti" userId="81716b36-7a6c-496b-bae8-07ded95f8392" providerId="ADAL" clId="{64BD3F16-0C53-4166-96D3-AB801F1728AB}" dt="2026-04-21T20:32:47.652" v="309" actId="478"/>
          <ac:picMkLst>
            <pc:docMk/>
            <pc:sldMk cId="353508148" sldId="257"/>
            <ac:picMk id="7" creationId="{C0484DD8-5AA2-465F-8337-249B95050BBE}"/>
          </ac:picMkLst>
        </pc:picChg>
        <pc:picChg chg="add del mod ord">
          <ac:chgData name="Somtochukwu Marcellinu Oguchienti" userId="81716b36-7a6c-496b-bae8-07ded95f8392" providerId="ADAL" clId="{64BD3F16-0C53-4166-96D3-AB801F1728AB}" dt="2026-04-22T20:53:55.707" v="1486" actId="478"/>
          <ac:picMkLst>
            <pc:docMk/>
            <pc:sldMk cId="353508148" sldId="257"/>
            <ac:picMk id="7" creationId="{CE1B4A4B-A8C2-4443-8F92-CFD3F544BD02}"/>
          </ac:picMkLst>
        </pc:picChg>
        <pc:picChg chg="add del mod">
          <ac:chgData name="Somtochukwu Marcellinu Oguchienti" userId="81716b36-7a6c-496b-bae8-07ded95f8392" providerId="ADAL" clId="{64BD3F16-0C53-4166-96D3-AB801F1728AB}" dt="2026-04-21T21:22:23.472" v="1374" actId="478"/>
          <ac:picMkLst>
            <pc:docMk/>
            <pc:sldMk cId="353508148" sldId="257"/>
            <ac:picMk id="8" creationId="{1B863865-1043-49A2-9E43-4CA64C7B30C6}"/>
          </ac:picMkLst>
        </pc:picChg>
        <pc:picChg chg="add mod">
          <ac:chgData name="Somtochukwu Marcellinu Oguchienti" userId="81716b36-7a6c-496b-bae8-07ded95f8392" providerId="ADAL" clId="{64BD3F16-0C53-4166-96D3-AB801F1728AB}" dt="2026-04-21T21:07:25.170" v="1219" actId="1076"/>
          <ac:picMkLst>
            <pc:docMk/>
            <pc:sldMk cId="353508148" sldId="257"/>
            <ac:picMk id="10" creationId="{82902B8D-6729-4821-A1F4-4EB952FC9250}"/>
          </ac:picMkLst>
        </pc:picChg>
        <pc:picChg chg="add mod">
          <ac:chgData name="Somtochukwu Marcellinu Oguchienti" userId="81716b36-7a6c-496b-bae8-07ded95f8392" providerId="ADAL" clId="{64BD3F16-0C53-4166-96D3-AB801F1728AB}" dt="2026-04-22T20:52:57.747" v="1484" actId="14100"/>
          <ac:picMkLst>
            <pc:docMk/>
            <pc:sldMk cId="353508148" sldId="257"/>
            <ac:picMk id="11" creationId="{583E313C-4C31-450D-B8D0-97BDBDF4A101}"/>
          </ac:picMkLst>
        </pc:picChg>
        <pc:picChg chg="add mod">
          <ac:chgData name="Somtochukwu Marcellinu Oguchienti" userId="81716b36-7a6c-496b-bae8-07ded95f8392" providerId="ADAL" clId="{64BD3F16-0C53-4166-96D3-AB801F1728AB}" dt="2026-04-21T21:10:31.529" v="1324" actId="1038"/>
          <ac:picMkLst>
            <pc:docMk/>
            <pc:sldMk cId="353508148" sldId="257"/>
            <ac:picMk id="12" creationId="{1915266C-AC1D-4D50-BFA1-AA2FC1166E14}"/>
          </ac:picMkLst>
        </pc:picChg>
        <pc:picChg chg="add mod">
          <ac:chgData name="Somtochukwu Marcellinu Oguchienti" userId="81716b36-7a6c-496b-bae8-07ded95f8392" providerId="ADAL" clId="{64BD3F16-0C53-4166-96D3-AB801F1728AB}" dt="2026-04-22T20:53:03.280" v="1485" actId="14100"/>
          <ac:picMkLst>
            <pc:docMk/>
            <pc:sldMk cId="353508148" sldId="257"/>
            <ac:picMk id="14" creationId="{3D9D2431-F235-48C5-A7DE-5A6C539BAF06}"/>
          </ac:picMkLst>
        </pc:picChg>
        <pc:picChg chg="mod">
          <ac:chgData name="Somtochukwu Marcellinu Oguchienti" userId="81716b36-7a6c-496b-bae8-07ded95f8392" providerId="ADAL" clId="{64BD3F16-0C53-4166-96D3-AB801F1728AB}" dt="2026-04-21T20:53:14.515" v="649" actId="1076"/>
          <ac:picMkLst>
            <pc:docMk/>
            <pc:sldMk cId="353508148" sldId="257"/>
            <ac:picMk id="39" creationId="{BE9B5B70-0B86-4CF5-B30D-F633B54B64DA}"/>
          </ac:picMkLst>
        </pc:picChg>
        <pc:picChg chg="del mod">
          <ac:chgData name="Somtochukwu Marcellinu Oguchienti" userId="81716b36-7a6c-496b-bae8-07ded95f8392" providerId="ADAL" clId="{64BD3F16-0C53-4166-96D3-AB801F1728AB}" dt="2026-04-21T20:17:40.657" v="293" actId="478"/>
          <ac:picMkLst>
            <pc:docMk/>
            <pc:sldMk cId="353508148" sldId="257"/>
            <ac:picMk id="51" creationId="{C1C54667-C55B-4694-AB86-2895B722B9EE}"/>
          </ac:picMkLst>
        </pc:picChg>
        <pc:picChg chg="del">
          <ac:chgData name="Somtochukwu Marcellinu Oguchienti" userId="81716b36-7a6c-496b-bae8-07ded95f8392" providerId="ADAL" clId="{64BD3F16-0C53-4166-96D3-AB801F1728AB}" dt="2026-04-23T17:41:38.925" v="1489" actId="478"/>
          <ac:picMkLst>
            <pc:docMk/>
            <pc:sldMk cId="353508148" sldId="257"/>
            <ac:picMk id="53" creationId="{D96B1EF2-8458-45B0-AD9C-2E2A7C39F10E}"/>
          </ac:picMkLst>
        </pc:picChg>
        <pc:picChg chg="del mod">
          <ac:chgData name="Somtochukwu Marcellinu Oguchienti" userId="81716b36-7a6c-496b-bae8-07ded95f8392" providerId="ADAL" clId="{64BD3F16-0C53-4166-96D3-AB801F1728AB}" dt="2026-04-20T21:31:14.685" v="94" actId="478"/>
          <ac:picMkLst>
            <pc:docMk/>
            <pc:sldMk cId="353508148" sldId="257"/>
            <ac:picMk id="60" creationId="{679A08DF-96EA-4C9B-A1FC-95F1746F5E21}"/>
          </ac:picMkLst>
        </pc:picChg>
        <pc:picChg chg="del mod">
          <ac:chgData name="Somtochukwu Marcellinu Oguchienti" userId="81716b36-7a6c-496b-bae8-07ded95f8392" providerId="ADAL" clId="{64BD3F16-0C53-4166-96D3-AB801F1728AB}" dt="2026-04-20T21:34:55.890" v="142" actId="478"/>
          <ac:picMkLst>
            <pc:docMk/>
            <pc:sldMk cId="353508148" sldId="257"/>
            <ac:picMk id="63" creationId="{E20B6730-CB1D-4733-927A-3BE4C816C9A4}"/>
          </ac:picMkLst>
        </pc:picChg>
      </pc:sldChg>
      <pc:sldMasterChg chg="modSp mod">
        <pc:chgData name="Somtochukwu Marcellinu Oguchienti" userId="81716b36-7a6c-496b-bae8-07ded95f8392" providerId="ADAL" clId="{64BD3F16-0C53-4166-96D3-AB801F1728AB}" dt="2026-04-21T21:10:00.535" v="1308" actId="1036"/>
        <pc:sldMasterMkLst>
          <pc:docMk/>
          <pc:sldMasterMk cId="0" sldId="2147483648"/>
        </pc:sldMasterMkLst>
        <pc:spChg chg="mod">
          <ac:chgData name="Somtochukwu Marcellinu Oguchienti" userId="81716b36-7a6c-496b-bae8-07ded95f8392" providerId="ADAL" clId="{64BD3F16-0C53-4166-96D3-AB801F1728AB}" dt="2026-04-21T21:09:53.382" v="1293" actId="1036"/>
          <ac:spMkLst>
            <pc:docMk/>
            <pc:sldMasterMk cId="0" sldId="2147483648"/>
            <ac:spMk id="16" creationId="{00000000-0000-0000-0000-000000000000}"/>
          </ac:spMkLst>
        </pc:spChg>
        <pc:spChg chg="mod">
          <ac:chgData name="Somtochukwu Marcellinu Oguchienti" userId="81716b36-7a6c-496b-bae8-07ded95f8392" providerId="ADAL" clId="{64BD3F16-0C53-4166-96D3-AB801F1728AB}" dt="2026-04-21T21:10:00.535" v="1308" actId="1036"/>
          <ac:spMkLst>
            <pc:docMk/>
            <pc:sldMasterMk cId="0" sldId="2147483648"/>
            <ac:spMk id="17" creationId="{00000000-0000-0000-0000-000000000000}"/>
          </ac:spMkLst>
        </pc:spChg>
        <pc:spChg chg="mod">
          <ac:chgData name="Somtochukwu Marcellinu Oguchienti" userId="81716b36-7a6c-496b-bae8-07ded95f8392" providerId="ADAL" clId="{64BD3F16-0C53-4166-96D3-AB801F1728AB}" dt="2026-04-21T21:09:55.569" v="1298" actId="1036"/>
          <ac:spMkLst>
            <pc:docMk/>
            <pc:sldMasterMk cId="0" sldId="2147483648"/>
            <ac:spMk id="18" creationId="{00000000-0000-0000-0000-000000000000}"/>
          </ac:spMkLst>
        </pc:spChg>
        <pc:spChg chg="mod">
          <ac:chgData name="Somtochukwu Marcellinu Oguchienti" userId="81716b36-7a6c-496b-bae8-07ded95f8392" providerId="ADAL" clId="{64BD3F16-0C53-4166-96D3-AB801F1728AB}" dt="2026-04-21T21:09:57.979" v="1303" actId="1036"/>
          <ac:spMkLst>
            <pc:docMk/>
            <pc:sldMasterMk cId="0" sldId="2147483648"/>
            <ac:spMk id="19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60B03-AC64-F375-A6D3-459E7DB4D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9DE85-CC1C-3A0B-3C5E-0AB0F373DC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CB976-3A0D-2F40-A366-5F74A853346A}" type="datetimeFigureOut"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F549A-9C43-6A49-0F54-D3C79A1A3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E9F6E-C01F-F174-B53D-12C62C8D17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6208F-A05B-F44C-9C59-5D4836F7EB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38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8EC3D-BC13-414D-9962-48C85B9AA87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885950"/>
            <a:ext cx="6784975" cy="508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9DE40-15F4-4541-9DF1-46DAF5318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0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1pPr>
    <a:lvl2pPr marL="998022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2pPr>
    <a:lvl3pPr marL="1996044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3pPr>
    <a:lvl4pPr marL="2994066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4pPr>
    <a:lvl5pPr marL="3992088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5pPr>
    <a:lvl6pPr marL="4990109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6pPr>
    <a:lvl7pPr marL="5988131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7pPr>
    <a:lvl8pPr marL="6986153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8pPr>
    <a:lvl9pPr marL="7984175" algn="l" defTabSz="1996044" rtl="0" eaLnBrk="1" latinLnBrk="0" hangingPunct="1">
      <a:defRPr sz="26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1839" y="10204703"/>
            <a:ext cx="37307522" cy="507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59" b="0" i="1">
                <a:solidFill>
                  <a:schemeClr val="tx1"/>
                </a:solidFill>
                <a:latin typeface="Acumin Pro ExtraCondensed"/>
                <a:cs typeface="Acumin Pro ExtraCondensed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583680" y="18434304"/>
            <a:ext cx="30723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7729B06-E802-0F5E-D834-162EB87DE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58875" y="11279188"/>
            <a:ext cx="9874250" cy="752157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C2290C2-19D2-146F-5804-2DCE73C23A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444413" y="20380325"/>
            <a:ext cx="19013487" cy="1138872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965" y="2009661"/>
            <a:ext cx="29021427" cy="5072030"/>
          </a:xfrm>
        </p:spPr>
        <p:txBody>
          <a:bodyPr lIns="0" tIns="0" rIns="0" bIns="0"/>
          <a:lstStyle>
            <a:lvl1pPr>
              <a:defRPr sz="32959" b="0" i="1">
                <a:solidFill>
                  <a:schemeClr val="tx1"/>
                </a:solidFill>
                <a:latin typeface="Acumin Pro ExtraCondensed"/>
                <a:cs typeface="Acumin Pro ExtraCondensed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4560" y="8569179"/>
            <a:ext cx="39502080" cy="276999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D9FBF6F9-1F1E-A050-5437-AD54EA0CF6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851794" y="12566137"/>
            <a:ext cx="9874250" cy="62343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Chart box">
            <a:extLst>
              <a:ext uri="{FF2B5EF4-FFF2-40B4-BE49-F238E27FC236}">
                <a16:creationId xmlns:a16="http://schemas.microsoft.com/office/drawing/2014/main" id="{47B2792D-9F4D-CBF1-FE75-46299BE97636}"/>
              </a:ext>
            </a:extLst>
          </p:cNvPr>
          <p:cNvSpPr/>
          <p:nvPr userDrawn="1"/>
        </p:nvSpPr>
        <p:spPr>
          <a:xfrm>
            <a:off x="32863270" y="12566136"/>
            <a:ext cx="9863046" cy="6234398"/>
          </a:xfrm>
          <a:custGeom>
            <a:avLst/>
            <a:gdLst/>
            <a:ahLst/>
            <a:cxnLst/>
            <a:rect l="l" t="t" r="r" b="b"/>
            <a:pathLst>
              <a:path w="4518659" h="2856229">
                <a:moveTo>
                  <a:pt x="0" y="2856062"/>
                </a:moveTo>
                <a:lnTo>
                  <a:pt x="4518536" y="2856062"/>
                </a:lnTo>
                <a:lnTo>
                  <a:pt x="4518536" y="0"/>
                </a:lnTo>
                <a:lnTo>
                  <a:pt x="0" y="0"/>
                </a:lnTo>
                <a:lnTo>
                  <a:pt x="0" y="2856062"/>
                </a:lnTo>
                <a:close/>
              </a:path>
            </a:pathLst>
          </a:custGeom>
          <a:ln w="16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965" y="2009661"/>
            <a:ext cx="29021427" cy="5072030"/>
          </a:xfrm>
        </p:spPr>
        <p:txBody>
          <a:bodyPr lIns="0" tIns="0" rIns="0" bIns="0"/>
          <a:lstStyle>
            <a:lvl1pPr>
              <a:defRPr sz="32959" b="0" i="1">
                <a:solidFill>
                  <a:schemeClr val="tx1"/>
                </a:solidFill>
                <a:latin typeface="Acumin Pro ExtraCondensed"/>
                <a:cs typeface="Acumin Pro ExtraCondensed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194560" y="7571232"/>
            <a:ext cx="190926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2603967" y="7571232"/>
            <a:ext cx="190926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965" y="2009661"/>
            <a:ext cx="29021427" cy="5072030"/>
          </a:xfrm>
        </p:spPr>
        <p:txBody>
          <a:bodyPr lIns="0" tIns="0" rIns="0" bIns="0"/>
          <a:lstStyle>
            <a:lvl1pPr>
              <a:defRPr sz="32959" b="0" i="1">
                <a:solidFill>
                  <a:schemeClr val="tx1"/>
                </a:solidFill>
                <a:latin typeface="Acumin Pro ExtraCondensed"/>
                <a:cs typeface="Acumin Pro ExtraCondensed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80158" y="7398755"/>
            <a:ext cx="21945600" cy="3200400"/>
          </a:xfrm>
          <a:custGeom>
            <a:avLst/>
            <a:gdLst/>
            <a:ahLst/>
            <a:cxnLst/>
            <a:rect l="l" t="t" r="r" b="b"/>
            <a:pathLst>
              <a:path w="11662410" h="1331595">
                <a:moveTo>
                  <a:pt x="11662344" y="0"/>
                </a:moveTo>
                <a:lnTo>
                  <a:pt x="303172" y="0"/>
                </a:lnTo>
                <a:lnTo>
                  <a:pt x="0" y="1331152"/>
                </a:lnTo>
                <a:lnTo>
                  <a:pt x="11662344" y="1331152"/>
                </a:lnTo>
                <a:lnTo>
                  <a:pt x="11662344" y="0"/>
                </a:lnTo>
                <a:close/>
              </a:path>
            </a:pathLst>
          </a:custGeom>
          <a:solidFill>
            <a:srgbClr val="CB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 userDrawn="1"/>
        </p:nvSpPr>
        <p:spPr>
          <a:xfrm>
            <a:off x="6121164" y="7398759"/>
            <a:ext cx="21945600" cy="2906521"/>
          </a:xfrm>
          <a:custGeom>
            <a:avLst/>
            <a:gdLst/>
            <a:ahLst/>
            <a:cxnLst/>
            <a:rect l="l" t="t" r="r" b="b"/>
            <a:pathLst>
              <a:path w="11662410" h="1331595">
                <a:moveTo>
                  <a:pt x="303172" y="0"/>
                </a:moveTo>
                <a:lnTo>
                  <a:pt x="0" y="1331152"/>
                </a:lnTo>
                <a:lnTo>
                  <a:pt x="11662344" y="1331152"/>
                </a:lnTo>
                <a:lnTo>
                  <a:pt x="11662344" y="0"/>
                </a:lnTo>
                <a:lnTo>
                  <a:pt x="303172" y="0"/>
                </a:lnTo>
                <a:close/>
              </a:path>
            </a:pathLst>
          </a:custGeom>
          <a:ln w="32576">
            <a:solidFill>
              <a:srgbClr val="CBC8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89060" y="7398741"/>
            <a:ext cx="5675634" cy="3200400"/>
          </a:xfrm>
          <a:custGeom>
            <a:avLst/>
            <a:gdLst/>
            <a:ahLst/>
            <a:cxnLst/>
            <a:rect l="l" t="t" r="r" b="b"/>
            <a:pathLst>
              <a:path w="2599690" h="1331595">
                <a:moveTo>
                  <a:pt x="2599356" y="0"/>
                </a:moveTo>
                <a:lnTo>
                  <a:pt x="0" y="0"/>
                </a:lnTo>
                <a:lnTo>
                  <a:pt x="0" y="1331152"/>
                </a:lnTo>
                <a:lnTo>
                  <a:pt x="2296183" y="1331152"/>
                </a:lnTo>
                <a:lnTo>
                  <a:pt x="2599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89060" y="7398742"/>
            <a:ext cx="5675634" cy="2906521"/>
          </a:xfrm>
          <a:custGeom>
            <a:avLst/>
            <a:gdLst/>
            <a:ahLst/>
            <a:cxnLst/>
            <a:rect l="l" t="t" r="r" b="b"/>
            <a:pathLst>
              <a:path w="2599690" h="1331595">
                <a:moveTo>
                  <a:pt x="2296183" y="1331152"/>
                </a:moveTo>
                <a:lnTo>
                  <a:pt x="2599356" y="0"/>
                </a:lnTo>
                <a:lnTo>
                  <a:pt x="0" y="0"/>
                </a:lnTo>
                <a:lnTo>
                  <a:pt x="0" y="1331152"/>
                </a:lnTo>
                <a:lnTo>
                  <a:pt x="2296183" y="1331152"/>
                </a:lnTo>
                <a:close/>
              </a:path>
            </a:pathLst>
          </a:custGeom>
          <a:ln w="32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965" y="2009661"/>
            <a:ext cx="29021427" cy="23237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100" b="0" i="1">
                <a:solidFill>
                  <a:schemeClr val="tx1"/>
                </a:solidFill>
                <a:latin typeface="Acumin Pro ExtraCondensed"/>
                <a:cs typeface="Acumin Pro Extra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4560" y="8174643"/>
            <a:ext cx="39502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23008" y="30614113"/>
            <a:ext cx="140451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7" name="Top black bar">
            <a:extLst>
              <a:ext uri="{FF2B5EF4-FFF2-40B4-BE49-F238E27FC236}">
                <a16:creationId xmlns:a16="http://schemas.microsoft.com/office/drawing/2014/main" id="{10D64A24-239D-80EE-F002-D954BFC1BC3E}"/>
              </a:ext>
            </a:extLst>
          </p:cNvPr>
          <p:cNvSpPr/>
          <p:nvPr userDrawn="1"/>
        </p:nvSpPr>
        <p:spPr>
          <a:xfrm>
            <a:off x="1188343" y="1137684"/>
            <a:ext cx="30275226" cy="1361089"/>
          </a:xfrm>
          <a:custGeom>
            <a:avLst/>
            <a:gdLst/>
            <a:ahLst/>
            <a:cxnLst/>
            <a:rect l="l" t="t" r="r" b="b"/>
            <a:pathLst>
              <a:path w="13870305" h="623569">
                <a:moveTo>
                  <a:pt x="13869921" y="0"/>
                </a:moveTo>
                <a:lnTo>
                  <a:pt x="0" y="0"/>
                </a:lnTo>
                <a:lnTo>
                  <a:pt x="0" y="623419"/>
                </a:lnTo>
                <a:lnTo>
                  <a:pt x="13721048" y="623419"/>
                </a:lnTo>
                <a:lnTo>
                  <a:pt x="138699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997930" eaLnBrk="1" hangingPunct="1">
        <a:defRPr>
          <a:latin typeface="+mn-lt"/>
          <a:ea typeface="+mn-ea"/>
          <a:cs typeface="+mn-cs"/>
        </a:defRPr>
      </a:lvl2pPr>
      <a:lvl3pPr marL="1995861" eaLnBrk="1" hangingPunct="1">
        <a:defRPr>
          <a:latin typeface="+mn-lt"/>
          <a:ea typeface="+mn-ea"/>
          <a:cs typeface="+mn-cs"/>
        </a:defRPr>
      </a:lvl3pPr>
      <a:lvl4pPr marL="2993791" eaLnBrk="1" hangingPunct="1">
        <a:defRPr>
          <a:latin typeface="+mn-lt"/>
          <a:ea typeface="+mn-ea"/>
          <a:cs typeface="+mn-cs"/>
        </a:defRPr>
      </a:lvl4pPr>
      <a:lvl5pPr marL="3991722" eaLnBrk="1" hangingPunct="1">
        <a:defRPr>
          <a:latin typeface="+mn-lt"/>
          <a:ea typeface="+mn-ea"/>
          <a:cs typeface="+mn-cs"/>
        </a:defRPr>
      </a:lvl5pPr>
      <a:lvl6pPr marL="4989652" eaLnBrk="1" hangingPunct="1">
        <a:defRPr>
          <a:latin typeface="+mn-lt"/>
          <a:ea typeface="+mn-ea"/>
          <a:cs typeface="+mn-cs"/>
        </a:defRPr>
      </a:lvl6pPr>
      <a:lvl7pPr marL="5987583" eaLnBrk="1" hangingPunct="1">
        <a:defRPr>
          <a:latin typeface="+mn-lt"/>
          <a:ea typeface="+mn-ea"/>
          <a:cs typeface="+mn-cs"/>
        </a:defRPr>
      </a:lvl7pPr>
      <a:lvl8pPr marL="6985513" eaLnBrk="1" hangingPunct="1">
        <a:defRPr>
          <a:latin typeface="+mn-lt"/>
          <a:ea typeface="+mn-ea"/>
          <a:cs typeface="+mn-cs"/>
        </a:defRPr>
      </a:lvl8pPr>
      <a:lvl9pPr marL="7983444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997930" eaLnBrk="1" hangingPunct="1">
        <a:defRPr>
          <a:latin typeface="+mn-lt"/>
          <a:ea typeface="+mn-ea"/>
          <a:cs typeface="+mn-cs"/>
        </a:defRPr>
      </a:lvl2pPr>
      <a:lvl3pPr marL="1995861" eaLnBrk="1" hangingPunct="1">
        <a:defRPr>
          <a:latin typeface="+mn-lt"/>
          <a:ea typeface="+mn-ea"/>
          <a:cs typeface="+mn-cs"/>
        </a:defRPr>
      </a:lvl3pPr>
      <a:lvl4pPr marL="2993791" eaLnBrk="1" hangingPunct="1">
        <a:defRPr>
          <a:latin typeface="+mn-lt"/>
          <a:ea typeface="+mn-ea"/>
          <a:cs typeface="+mn-cs"/>
        </a:defRPr>
      </a:lvl4pPr>
      <a:lvl5pPr marL="3991722" eaLnBrk="1" hangingPunct="1">
        <a:defRPr>
          <a:latin typeface="+mn-lt"/>
          <a:ea typeface="+mn-ea"/>
          <a:cs typeface="+mn-cs"/>
        </a:defRPr>
      </a:lvl5pPr>
      <a:lvl6pPr marL="4989652" eaLnBrk="1" hangingPunct="1">
        <a:defRPr>
          <a:latin typeface="+mn-lt"/>
          <a:ea typeface="+mn-ea"/>
          <a:cs typeface="+mn-cs"/>
        </a:defRPr>
      </a:lvl6pPr>
      <a:lvl7pPr marL="5987583" eaLnBrk="1" hangingPunct="1">
        <a:defRPr>
          <a:latin typeface="+mn-lt"/>
          <a:ea typeface="+mn-ea"/>
          <a:cs typeface="+mn-cs"/>
        </a:defRPr>
      </a:lvl7pPr>
      <a:lvl8pPr marL="6985513" eaLnBrk="1" hangingPunct="1">
        <a:defRPr>
          <a:latin typeface="+mn-lt"/>
          <a:ea typeface="+mn-ea"/>
          <a:cs typeface="+mn-cs"/>
        </a:defRPr>
      </a:lvl8pPr>
      <a:lvl9pPr marL="7983444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738A4E8-091F-4FA8-AA81-F4B40A1FA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1" b="3195"/>
          <a:stretch/>
        </p:blipFill>
        <p:spPr>
          <a:xfrm>
            <a:off x="25786" y="23824075"/>
            <a:ext cx="11219543" cy="7807509"/>
          </a:xfrm>
        </p:spPr>
      </p:pic>
      <p:sp>
        <p:nvSpPr>
          <p:cNvPr id="23" name="Poster title">
            <a:extLst>
              <a:ext uri="{FF2B5EF4-FFF2-40B4-BE49-F238E27FC236}">
                <a16:creationId xmlns:a16="http://schemas.microsoft.com/office/drawing/2014/main" id="{F8A635C5-9E73-102D-0B4F-2BBE68696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212" y="2819694"/>
            <a:ext cx="30414662" cy="2991044"/>
          </a:xfrm>
          <a:prstGeom prst="rect">
            <a:avLst/>
          </a:prstGeom>
        </p:spPr>
        <p:txBody>
          <a:bodyPr vert="horz" wrap="square" lIns="0" tIns="36037" rIns="0" bIns="0" rtlCol="0">
            <a:spAutoFit/>
          </a:bodyPr>
          <a:lstStyle/>
          <a:p>
            <a:pPr marL="27720">
              <a:spcBef>
                <a:spcPts val="284"/>
              </a:spcBef>
            </a:pPr>
            <a:r>
              <a:rPr lang="en-US" sz="9600" b="1" i="0" dirty="0">
                <a:solidFill>
                  <a:srgbClr val="996633"/>
                </a:solidFill>
                <a:latin typeface="Franklin Gothic Heavy" panose="020B0903020102020204" pitchFamily="34" charset="0"/>
                <a:cs typeface="Times New Roman" panose="02020603050405020304" pitchFamily="18" charset="0"/>
              </a:rPr>
              <a:t>Autonomous Vehicle Modeling and Trajectory Tracking in the Presence of Malicious Packet Drops</a:t>
            </a:r>
            <a:endParaRPr lang="en-US" sz="5400" i="0" spc="-218" dirty="0">
              <a:solidFill>
                <a:srgbClr val="996633"/>
              </a:solidFill>
              <a:latin typeface="Franklin Gothic Heavy" panose="020B09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Poster title-small words">
            <a:extLst>
              <a:ext uri="{FF2B5EF4-FFF2-40B4-BE49-F238E27FC236}">
                <a16:creationId xmlns:a16="http://schemas.microsoft.com/office/drawing/2014/main" id="{54C748D0-1F08-FED1-BFF8-BB69157DD3C1}"/>
              </a:ext>
            </a:extLst>
          </p:cNvPr>
          <p:cNvSpPr txBox="1"/>
          <p:nvPr/>
        </p:nvSpPr>
        <p:spPr>
          <a:xfrm>
            <a:off x="2234966" y="1286816"/>
            <a:ext cx="27693511" cy="1144385"/>
          </a:xfrm>
          <a:prstGeom prst="rect">
            <a:avLst/>
          </a:prstGeom>
        </p:spPr>
        <p:txBody>
          <a:bodyPr vert="horz" wrap="square" lIns="0" tIns="36037" rIns="0" bIns="0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12</a:t>
            </a:r>
            <a:r>
              <a:rPr lang="en-US" sz="7200" baseline="300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th</a:t>
            </a:r>
            <a:r>
              <a:rPr lang="en-US" sz="7200" dirty="0">
                <a:solidFill>
                  <a:schemeClr val="bg1"/>
                </a:solidFill>
                <a:latin typeface="Franklin Gothic Medium" panose="020B0603020102020204" pitchFamily="34" charset="0"/>
                <a:cs typeface="Times New Roman" panose="02020603050405020304" pitchFamily="18" charset="0"/>
              </a:rPr>
              <a:t> Midwest Workshop on Control and Game Theory</a:t>
            </a:r>
          </a:p>
        </p:txBody>
      </p:sp>
      <p:pic>
        <p:nvPicPr>
          <p:cNvPr id="25" name="Purdue co-brand placeholder">
            <a:extLst>
              <a:ext uri="{FF2B5EF4-FFF2-40B4-BE49-F238E27FC236}">
                <a16:creationId xmlns:a16="http://schemas.microsoft.com/office/drawing/2014/main" id="{999D63C9-CEF0-F8D6-9495-46ACD93D3D3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43749" y="1074738"/>
            <a:ext cx="7385251" cy="5815885"/>
          </a:xfrm>
          <a:prstGeom prst="rect">
            <a:avLst/>
          </a:prstGeom>
        </p:spPr>
      </p:pic>
      <p:sp>
        <p:nvSpPr>
          <p:cNvPr id="26" name="Overview title">
            <a:extLst>
              <a:ext uri="{FF2B5EF4-FFF2-40B4-BE49-F238E27FC236}">
                <a16:creationId xmlns:a16="http://schemas.microsoft.com/office/drawing/2014/main" id="{9AADE70F-383C-2CF2-6D70-3D102DA15836}"/>
              </a:ext>
            </a:extLst>
          </p:cNvPr>
          <p:cNvSpPr txBox="1"/>
          <p:nvPr/>
        </p:nvSpPr>
        <p:spPr>
          <a:xfrm>
            <a:off x="1578259" y="7659635"/>
            <a:ext cx="4399282" cy="1240033"/>
          </a:xfrm>
          <a:prstGeom prst="rect">
            <a:avLst/>
          </a:prstGeom>
        </p:spPr>
        <p:txBody>
          <a:bodyPr vert="horz" wrap="square" lIns="0" tIns="30493" rIns="0" bIns="0" rtlCol="0">
            <a:spAutoFit/>
          </a:bodyPr>
          <a:lstStyle/>
          <a:p>
            <a:pPr marL="27720">
              <a:spcBef>
                <a:spcPts val="240"/>
              </a:spcBef>
            </a:pPr>
            <a:r>
              <a:rPr lang="en-US" sz="7858" spc="240" dirty="0">
                <a:solidFill>
                  <a:srgbClr val="CFB991"/>
                </a:solidFill>
                <a:latin typeface="Franklin Gothic Heavy" panose="020B0903020102020204" pitchFamily="34" charset="0"/>
                <a:cs typeface="AcuminProExtraCond-BlackItalic"/>
              </a:rPr>
              <a:t>Abstract</a:t>
            </a:r>
            <a:endParaRPr sz="7858" dirty="0">
              <a:solidFill>
                <a:srgbClr val="CFB991"/>
              </a:solidFill>
              <a:latin typeface="Franklin Gothic Heavy" panose="020B0903020102020204" pitchFamily="34" charset="0"/>
              <a:cs typeface="AcuminProExtraCond-BlackItalic"/>
            </a:endParaRPr>
          </a:p>
        </p:txBody>
      </p:sp>
      <p:sp>
        <p:nvSpPr>
          <p:cNvPr id="27" name="Overview text">
            <a:extLst>
              <a:ext uri="{FF2B5EF4-FFF2-40B4-BE49-F238E27FC236}">
                <a16:creationId xmlns:a16="http://schemas.microsoft.com/office/drawing/2014/main" id="{1436292E-7833-9139-6D01-E393ACC4FB9F}"/>
              </a:ext>
            </a:extLst>
          </p:cNvPr>
          <p:cNvSpPr txBox="1"/>
          <p:nvPr/>
        </p:nvSpPr>
        <p:spPr>
          <a:xfrm>
            <a:off x="6951908" y="7536624"/>
            <a:ext cx="21370218" cy="2983047"/>
          </a:xfrm>
          <a:prstGeom prst="rect">
            <a:avLst/>
          </a:prstGeom>
        </p:spPr>
        <p:txBody>
          <a:bodyPr vert="horz" wrap="square" lIns="0" tIns="9702" rIns="0" bIns="0" rtlCol="0">
            <a:spAutoFit/>
          </a:bodyPr>
          <a:lstStyle/>
          <a:p>
            <a:pPr marL="27720" marR="11088">
              <a:lnSpc>
                <a:spcPct val="103499"/>
              </a:lnSpc>
              <a:spcBef>
                <a:spcPts val="76"/>
              </a:spcBef>
            </a:pPr>
            <a:r>
              <a:rPr lang="en-US" sz="3800" dirty="0">
                <a:latin typeface="Franklin Gothic Medium" panose="020B0603020102020204" pitchFamily="34" charset="0"/>
                <a:cs typeface="Acumin Pro SemiCondensed"/>
              </a:rPr>
              <a:t>A combined state and sparse error estimator-model predictive controller (SASEE-MPC) is proposed for autonomous vehicle trajectory tracking in the presence of malicious packet drops. The vehicle motion is modeled using a combination of kinematic and dynamic models to more accurately describe the vehicle motion for low and high velocities. MATLAB </a:t>
            </a:r>
            <a:r>
              <a:rPr lang="en-US" sz="3800" dirty="0" err="1">
                <a:latin typeface="Franklin Gothic Medium" panose="020B0603020102020204" pitchFamily="34" charset="0"/>
                <a:cs typeface="Acumin Pro SemiCondensed"/>
              </a:rPr>
              <a:t>RoadRunner</a:t>
            </a:r>
            <a:r>
              <a:rPr lang="en-US" sz="3800" dirty="0">
                <a:latin typeface="Franklin Gothic Medium" panose="020B0603020102020204" pitchFamily="34" charset="0"/>
                <a:cs typeface="Acumin Pro SemiCondensed"/>
              </a:rPr>
              <a:t> simulations demonstrate the effectiveness of the proposed control scheme.</a:t>
            </a:r>
            <a:endParaRPr sz="3800" dirty="0">
              <a:latin typeface="Franklin Gothic Medium" panose="020B0603020102020204" pitchFamily="34" charset="0"/>
              <a:cs typeface="Acumin Pro SemiCondensed"/>
            </a:endParaRPr>
          </a:p>
        </p:txBody>
      </p:sp>
      <p:sp>
        <p:nvSpPr>
          <p:cNvPr id="28" name="Section 1 head">
            <a:extLst>
              <a:ext uri="{FF2B5EF4-FFF2-40B4-BE49-F238E27FC236}">
                <a16:creationId xmlns:a16="http://schemas.microsoft.com/office/drawing/2014/main" id="{7D9E9DD7-031C-D4AE-3F68-48D8236A99C3}"/>
              </a:ext>
            </a:extLst>
          </p:cNvPr>
          <p:cNvSpPr txBox="1"/>
          <p:nvPr/>
        </p:nvSpPr>
        <p:spPr>
          <a:xfrm>
            <a:off x="1126098" y="11279739"/>
            <a:ext cx="9889380" cy="1186226"/>
          </a:xfrm>
          <a:prstGeom prst="rect">
            <a:avLst/>
          </a:prstGeom>
        </p:spPr>
        <p:txBody>
          <a:bodyPr vert="horz" wrap="square" lIns="0" tIns="296612" rIns="0" bIns="0" rtlCol="0">
            <a:spAutoFit/>
          </a:bodyPr>
          <a:lstStyle/>
          <a:p>
            <a:pPr marL="27720" marR="1837855">
              <a:lnSpc>
                <a:spcPct val="88000"/>
              </a:lnSpc>
              <a:spcBef>
                <a:spcPts val="2335"/>
              </a:spcBef>
            </a:pPr>
            <a:r>
              <a:rPr lang="en-US" sz="6548" dirty="0">
                <a:latin typeface="Franklin Gothic Heavy" panose="020B0903020102020204" pitchFamily="34" charset="0"/>
                <a:cs typeface="Times New Roman" panose="02020603050405020304" pitchFamily="18" charset="0"/>
              </a:rPr>
              <a:t>Problem Statement</a:t>
            </a:r>
            <a:endParaRPr sz="6548" dirty="0">
              <a:latin typeface="Franklin Gothic Heavy" panose="020B09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Section 1 text">
            <a:extLst>
              <a:ext uri="{FF2B5EF4-FFF2-40B4-BE49-F238E27FC236}">
                <a16:creationId xmlns:a16="http://schemas.microsoft.com/office/drawing/2014/main" id="{15D0DC33-8E7F-AE05-B3B5-CAB719A6A601}"/>
              </a:ext>
            </a:extLst>
          </p:cNvPr>
          <p:cNvSpPr txBox="1"/>
          <p:nvPr/>
        </p:nvSpPr>
        <p:spPr>
          <a:xfrm>
            <a:off x="1126098" y="12566137"/>
            <a:ext cx="9889380" cy="3601888"/>
          </a:xfrm>
          <a:prstGeom prst="rect">
            <a:avLst/>
          </a:prstGeom>
        </p:spPr>
        <p:txBody>
          <a:bodyPr vert="horz" wrap="square" lIns="0" tIns="296612" rIns="0" bIns="0" rtlCol="0">
            <a:spAutoFit/>
          </a:bodyPr>
          <a:lstStyle/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Helvetica" panose="020B0604020202020204" pitchFamily="34" charset="0"/>
              </a:rPr>
              <a:t>Propose a model for autonomous vehicle trajectory tracking for low and high speeds</a:t>
            </a:r>
          </a:p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Helvetica" panose="020B0604020202020204" pitchFamily="34" charset="0"/>
              </a:rPr>
              <a:t>Design a resilient controller for autonomous vehicle trajectory tracking in the presence of malicious </a:t>
            </a:r>
            <a:r>
              <a:rPr lang="en-US" sz="4000" dirty="0">
                <a:latin typeface="Arial Rounded MT Bold" panose="020F0704030504030204" pitchFamily="34" charset="0"/>
                <a:cs typeface="Helvetica" panose="020B0604020202020204" pitchFamily="34" charset="0"/>
              </a:rPr>
              <a:t>attacks</a:t>
            </a:r>
            <a:endParaRPr sz="4000" dirty="0">
              <a:latin typeface="Arial Rounded MT Bold" panose="020F070403050403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Section 2 head">
            <a:extLst>
              <a:ext uri="{FF2B5EF4-FFF2-40B4-BE49-F238E27FC236}">
                <a16:creationId xmlns:a16="http://schemas.microsoft.com/office/drawing/2014/main" id="{1DA3D1AC-38BB-4CC8-AA0F-24AB007AE4B9}"/>
              </a:ext>
            </a:extLst>
          </p:cNvPr>
          <p:cNvSpPr txBox="1"/>
          <p:nvPr/>
        </p:nvSpPr>
        <p:spPr>
          <a:xfrm>
            <a:off x="11600627" y="11279739"/>
            <a:ext cx="17690002" cy="1045437"/>
          </a:xfrm>
          <a:prstGeom prst="rect">
            <a:avLst/>
          </a:prstGeom>
        </p:spPr>
        <p:txBody>
          <a:bodyPr vert="horz" wrap="square" lIns="0" tIns="37423" rIns="0" bIns="0" rtlCol="0">
            <a:spAutoFit/>
          </a:bodyPr>
          <a:lstStyle/>
          <a:p>
            <a:pPr marL="27720">
              <a:spcBef>
                <a:spcPts val="295"/>
              </a:spcBef>
            </a:pPr>
            <a:r>
              <a:rPr lang="en-US" sz="6548" dirty="0">
                <a:latin typeface="Franklin Gothic Heavy" panose="020B0903020102020204" pitchFamily="34" charset="0"/>
                <a:cs typeface="AcuminProExtraCond-BlackItalic"/>
              </a:rPr>
              <a:t>Proposed Solution</a:t>
            </a:r>
            <a:endParaRPr sz="6548" dirty="0">
              <a:latin typeface="Franklin Gothic Heavy" panose="020B0903020102020204" pitchFamily="34" charset="0"/>
              <a:cs typeface="AcuminProExtraCond-BlackItalic"/>
            </a:endParaRPr>
          </a:p>
        </p:txBody>
      </p:sp>
      <p:sp>
        <p:nvSpPr>
          <p:cNvPr id="32" name="Chart heading box">
            <a:extLst>
              <a:ext uri="{FF2B5EF4-FFF2-40B4-BE49-F238E27FC236}">
                <a16:creationId xmlns:a16="http://schemas.microsoft.com/office/drawing/2014/main" id="{0CF6D988-E7F7-0B09-5F94-186E194D0627}"/>
              </a:ext>
            </a:extLst>
          </p:cNvPr>
          <p:cNvSpPr txBox="1"/>
          <p:nvPr/>
        </p:nvSpPr>
        <p:spPr>
          <a:xfrm>
            <a:off x="28288286" y="7419006"/>
            <a:ext cx="14216565" cy="1091682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99795" rIns="0" bIns="0" rtlCol="0">
            <a:spAutoFit/>
          </a:bodyPr>
          <a:lstStyle/>
          <a:p>
            <a:pPr marL="837153">
              <a:spcBef>
                <a:spcPts val="786"/>
              </a:spcBef>
            </a:pPr>
            <a:endParaRPr sz="6439" dirty="0">
              <a:latin typeface="United Sans Cd Bd"/>
              <a:cs typeface="United Sans Cd Bd"/>
            </a:endParaRPr>
          </a:p>
        </p:txBody>
      </p:sp>
      <p:sp>
        <p:nvSpPr>
          <p:cNvPr id="33" name="Chart heading">
            <a:extLst>
              <a:ext uri="{FF2B5EF4-FFF2-40B4-BE49-F238E27FC236}">
                <a16:creationId xmlns:a16="http://schemas.microsoft.com/office/drawing/2014/main" id="{40569717-955D-53CF-0429-156661B61226}"/>
              </a:ext>
            </a:extLst>
          </p:cNvPr>
          <p:cNvSpPr txBox="1"/>
          <p:nvPr/>
        </p:nvSpPr>
        <p:spPr>
          <a:xfrm>
            <a:off x="28944725" y="7437085"/>
            <a:ext cx="13368216" cy="1052052"/>
          </a:xfrm>
          <a:prstGeom prst="rect">
            <a:avLst/>
          </a:prstGeom>
        </p:spPr>
        <p:txBody>
          <a:bodyPr vert="horz" wrap="square" lIns="0" tIns="36037" rIns="0" bIns="0" rtlCol="0">
            <a:spAutoFit/>
          </a:bodyPr>
          <a:lstStyle/>
          <a:p>
            <a:pPr marL="27720" algn="ctr">
              <a:spcBef>
                <a:spcPts val="284"/>
              </a:spcBef>
              <a:tabLst>
                <a:tab pos="3743625" algn="l"/>
                <a:tab pos="7671590" algn="l"/>
                <a:tab pos="9404108" algn="l"/>
              </a:tabLst>
            </a:pPr>
            <a:r>
              <a:rPr lang="en-US" sz="6400" spc="218" dirty="0">
                <a:solidFill>
                  <a:srgbClr val="CFB991"/>
                </a:solidFill>
                <a:latin typeface="Impact" panose="020B0806030902050204" pitchFamily="34" charset="0"/>
                <a:cs typeface="United Sans Cd Bd"/>
              </a:rPr>
              <a:t>Simulation</a:t>
            </a:r>
            <a:endParaRPr sz="6400" spc="218" dirty="0">
              <a:solidFill>
                <a:srgbClr val="CFB991"/>
              </a:solidFill>
              <a:latin typeface="Impact" panose="020B0806030902050204" pitchFamily="34" charset="0"/>
              <a:cs typeface="United Sans Cd Bd"/>
            </a:endParaRPr>
          </a:p>
        </p:txBody>
      </p:sp>
      <p:sp>
        <p:nvSpPr>
          <p:cNvPr id="34" name="Section 3 head">
            <a:extLst>
              <a:ext uri="{FF2B5EF4-FFF2-40B4-BE49-F238E27FC236}">
                <a16:creationId xmlns:a16="http://schemas.microsoft.com/office/drawing/2014/main" id="{00A2B15F-70A7-488C-9A3E-CF39A3B232E2}"/>
              </a:ext>
            </a:extLst>
          </p:cNvPr>
          <p:cNvSpPr txBox="1"/>
          <p:nvPr/>
        </p:nvSpPr>
        <p:spPr>
          <a:xfrm>
            <a:off x="28406276" y="28072429"/>
            <a:ext cx="9692640" cy="1197422"/>
          </a:xfrm>
          <a:prstGeom prst="rect">
            <a:avLst/>
          </a:prstGeom>
        </p:spPr>
        <p:txBody>
          <a:bodyPr vert="horz" wrap="square" lIns="0" tIns="307700" rIns="0" bIns="0" rtlCol="0">
            <a:spAutoFit/>
          </a:bodyPr>
          <a:lstStyle/>
          <a:p>
            <a:pPr marL="27720" marR="1837855">
              <a:lnSpc>
                <a:spcPct val="88000"/>
              </a:lnSpc>
              <a:spcBef>
                <a:spcPts val="2335"/>
              </a:spcBef>
            </a:pPr>
            <a:r>
              <a:rPr lang="en-US" sz="6548" dirty="0">
                <a:latin typeface="Franklin Gothic Heavy" panose="020B0903020102020204" pitchFamily="34" charset="0"/>
                <a:cs typeface="AcuminProExtraCond-BlackItalic"/>
              </a:rPr>
              <a:t>Conclusion</a:t>
            </a:r>
          </a:p>
        </p:txBody>
      </p:sp>
      <p:sp>
        <p:nvSpPr>
          <p:cNvPr id="35" name="Section 3 text">
            <a:extLst>
              <a:ext uri="{FF2B5EF4-FFF2-40B4-BE49-F238E27FC236}">
                <a16:creationId xmlns:a16="http://schemas.microsoft.com/office/drawing/2014/main" id="{A7BB8CD8-5A1A-3D2A-AF8F-BF1756006CC3}"/>
              </a:ext>
            </a:extLst>
          </p:cNvPr>
          <p:cNvSpPr txBox="1"/>
          <p:nvPr/>
        </p:nvSpPr>
        <p:spPr>
          <a:xfrm>
            <a:off x="28406276" y="28899118"/>
            <a:ext cx="14718008" cy="3614173"/>
          </a:xfrm>
          <a:prstGeom prst="rect">
            <a:avLst/>
          </a:prstGeom>
        </p:spPr>
        <p:txBody>
          <a:bodyPr vert="horz" wrap="square" lIns="0" tIns="307700" rIns="0" bIns="0" rtlCol="0">
            <a:spAutoFit/>
          </a:bodyPr>
          <a:lstStyle/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AcuminProSemiCond-Medium"/>
              </a:rPr>
              <a:t>Demonstrated that our vehicle model is able to accurately track a given reference trajectory at low and high speeds</a:t>
            </a:r>
          </a:p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AcuminProSemiCond-Medium"/>
              </a:rPr>
              <a:t>Demonstrated the effectiveness of our observer-controller compensator to estimate the vehicle state and sparse malicious packet drops</a:t>
            </a:r>
          </a:p>
        </p:txBody>
      </p:sp>
      <p:sp>
        <p:nvSpPr>
          <p:cNvPr id="37" name="Vertical line 1">
            <a:extLst>
              <a:ext uri="{FF2B5EF4-FFF2-40B4-BE49-F238E27FC236}">
                <a16:creationId xmlns:a16="http://schemas.microsoft.com/office/drawing/2014/main" id="{FDCE21B9-3BC2-270A-AE6B-BC6B35E289A7}"/>
              </a:ext>
            </a:extLst>
          </p:cNvPr>
          <p:cNvSpPr/>
          <p:nvPr/>
        </p:nvSpPr>
        <p:spPr>
          <a:xfrm>
            <a:off x="11348116" y="11279739"/>
            <a:ext cx="0" cy="21031200"/>
          </a:xfrm>
          <a:custGeom>
            <a:avLst/>
            <a:gdLst/>
            <a:ahLst/>
            <a:cxnLst/>
            <a:rect l="l" t="t" r="r" b="b"/>
            <a:pathLst>
              <a:path h="9387205">
                <a:moveTo>
                  <a:pt x="0" y="0"/>
                </a:moveTo>
                <a:lnTo>
                  <a:pt x="0" y="9386829"/>
                </a:lnTo>
              </a:path>
            </a:pathLst>
          </a:custGeom>
          <a:ln w="23268">
            <a:solidFill>
              <a:srgbClr val="C4A1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Vertical line 2">
            <a:extLst>
              <a:ext uri="{FF2B5EF4-FFF2-40B4-BE49-F238E27FC236}">
                <a16:creationId xmlns:a16="http://schemas.microsoft.com/office/drawing/2014/main" id="{EA37FFBC-08D9-582B-C688-B0101C59AEDB}"/>
              </a:ext>
            </a:extLst>
          </p:cNvPr>
          <p:cNvSpPr/>
          <p:nvPr/>
        </p:nvSpPr>
        <p:spPr>
          <a:xfrm>
            <a:off x="28228237" y="11279739"/>
            <a:ext cx="0" cy="21031200"/>
          </a:xfrm>
          <a:custGeom>
            <a:avLst/>
            <a:gdLst/>
            <a:ahLst/>
            <a:cxnLst/>
            <a:rect l="l" t="t" r="r" b="b"/>
            <a:pathLst>
              <a:path h="9387205">
                <a:moveTo>
                  <a:pt x="0" y="0"/>
                </a:moveTo>
                <a:lnTo>
                  <a:pt x="0" y="9386829"/>
                </a:lnTo>
              </a:path>
            </a:pathLst>
          </a:custGeom>
          <a:ln w="23268">
            <a:solidFill>
              <a:srgbClr val="C4A1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E9B5B70-0B86-4CF5-B30D-F633B54B64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7" r="3815"/>
          <a:stretch/>
        </p:blipFill>
        <p:spPr>
          <a:xfrm>
            <a:off x="11823071" y="20154966"/>
            <a:ext cx="14886605" cy="12066783"/>
          </a:xfrm>
          <a:prstGeom prst="rect">
            <a:avLst/>
          </a:prstGeom>
        </p:spPr>
      </p:pic>
      <p:sp>
        <p:nvSpPr>
          <p:cNvPr id="40" name="Section 1 text">
            <a:extLst>
              <a:ext uri="{FF2B5EF4-FFF2-40B4-BE49-F238E27FC236}">
                <a16:creationId xmlns:a16="http://schemas.microsoft.com/office/drawing/2014/main" id="{13D6C685-DE02-4BDE-9CE5-281FC4BAB7E3}"/>
              </a:ext>
            </a:extLst>
          </p:cNvPr>
          <p:cNvSpPr txBox="1"/>
          <p:nvPr/>
        </p:nvSpPr>
        <p:spPr>
          <a:xfrm>
            <a:off x="11571125" y="12351665"/>
            <a:ext cx="17373600" cy="7411712"/>
          </a:xfrm>
          <a:prstGeom prst="rect">
            <a:avLst/>
          </a:prstGeom>
        </p:spPr>
        <p:txBody>
          <a:bodyPr vert="horz" wrap="square" lIns="0" tIns="296612" rIns="0" bIns="0" rtlCol="0">
            <a:spAutoFit/>
          </a:bodyPr>
          <a:lstStyle/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For low speed vehicle motion, we use the kinematic vehicle model</a:t>
            </a:r>
          </a:p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use dynamic vehicle model for high speed vehicle motion</a:t>
            </a:r>
          </a:p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design a hybrid model predictive controller that combines both models based on varying longitudinal vehicle speeds</a:t>
            </a:r>
          </a:p>
          <a:p>
            <a:pPr marL="484920" marR="94249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model malicious attacks as packet drops through the communication network</a:t>
            </a:r>
          </a:p>
          <a:p>
            <a:pPr marL="484920" marR="94249" lvl="5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propose an estimator for the malicious packet drops</a:t>
            </a:r>
          </a:p>
          <a:p>
            <a:pPr marL="484920" marR="94249" lvl="8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design an unknown input observer to estimate the vehicle state</a:t>
            </a:r>
          </a:p>
          <a:p>
            <a:pPr marL="484920" marR="94249" lvl="8" indent="-457200">
              <a:lnSpc>
                <a:spcPct val="104600"/>
              </a:lnSpc>
              <a:spcBef>
                <a:spcPts val="873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Franklin Gothic Medium" panose="020B0603020102020204" pitchFamily="34" charset="0"/>
                <a:cs typeface="Times New Roman" panose="02020603050405020304" pitchFamily="18" charset="0"/>
              </a:rPr>
              <a:t>We design a combined State and Sparse Error Estimator-Model Predictive Controller (SASEE-MPC) Compensator</a:t>
            </a:r>
          </a:p>
        </p:txBody>
      </p:sp>
      <p:sp>
        <p:nvSpPr>
          <p:cNvPr id="54" name="Poster title">
            <a:extLst>
              <a:ext uri="{FF2B5EF4-FFF2-40B4-BE49-F238E27FC236}">
                <a16:creationId xmlns:a16="http://schemas.microsoft.com/office/drawing/2014/main" id="{7958BFD2-BFED-4BEB-9FD4-7A8712989B66}"/>
              </a:ext>
            </a:extLst>
          </p:cNvPr>
          <p:cNvSpPr txBox="1">
            <a:spLocks/>
          </p:cNvSpPr>
          <p:nvPr/>
        </p:nvSpPr>
        <p:spPr>
          <a:xfrm>
            <a:off x="1251520" y="6540184"/>
            <a:ext cx="30414662" cy="775053"/>
          </a:xfrm>
          <a:prstGeom prst="rect">
            <a:avLst/>
          </a:prstGeom>
        </p:spPr>
        <p:txBody>
          <a:bodyPr vert="horz" wrap="square" lIns="0" tIns="36037" rIns="0" bIns="0" rtlCol="0">
            <a:spAutoFit/>
          </a:bodyPr>
          <a:lstStyle>
            <a:lvl1pPr eaLnBrk="1" hangingPunct="1">
              <a:defRPr sz="32959" b="0" i="1">
                <a:solidFill>
                  <a:schemeClr val="tx1"/>
                </a:solidFill>
                <a:latin typeface="Acumin Pro ExtraCondensed"/>
                <a:ea typeface="+mj-ea"/>
                <a:cs typeface="Acumin Pro ExtraCondensed"/>
              </a:defRPr>
            </a:lvl1pPr>
          </a:lstStyle>
          <a:p>
            <a:pPr marL="27720">
              <a:spcBef>
                <a:spcPts val="284"/>
              </a:spcBef>
            </a:pPr>
            <a:r>
              <a:rPr lang="en-US" sz="4800" b="1" i="0" dirty="0">
                <a:latin typeface="+mn-lt"/>
                <a:cs typeface="Times New Roman" panose="02020603050405020304" pitchFamily="18" charset="0"/>
              </a:rPr>
              <a:t>Somtochukwu M. Oguchienti, Yousif H. </a:t>
            </a:r>
            <a:r>
              <a:rPr lang="en-US" sz="4800" b="1" i="0" dirty="0" err="1">
                <a:latin typeface="+mn-lt"/>
                <a:cs typeface="Times New Roman" panose="02020603050405020304" pitchFamily="18" charset="0"/>
              </a:rPr>
              <a:t>Alhajji</a:t>
            </a:r>
            <a:r>
              <a:rPr lang="en-US" sz="4800" b="1" i="0" dirty="0">
                <a:latin typeface="+mn-lt"/>
                <a:cs typeface="Times New Roman" panose="02020603050405020304" pitchFamily="18" charset="0"/>
              </a:rPr>
              <a:t>, David R. Nelson, Joey H. Sun, Stanislaw H. </a:t>
            </a:r>
            <a:r>
              <a:rPr lang="en-US" sz="4800" b="1" i="0" spc="-218" dirty="0" err="1">
                <a:latin typeface="+mn-lt"/>
                <a:cs typeface="Times New Roman" panose="02020603050405020304" pitchFamily="18" charset="0"/>
              </a:rPr>
              <a:t>Żak</a:t>
            </a:r>
            <a:endParaRPr lang="en-US" sz="4800" b="1" i="0" spc="-218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61B1998-85C8-4AD3-A3B6-7E1B79E7758A}"/>
              </a:ext>
            </a:extLst>
          </p:cNvPr>
          <p:cNvSpPr/>
          <p:nvPr/>
        </p:nvSpPr>
        <p:spPr>
          <a:xfrm>
            <a:off x="31460772" y="11833276"/>
            <a:ext cx="12030479" cy="7451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902B8D-6729-4821-A1F4-4EB952FC92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515" y="8571931"/>
            <a:ext cx="6251184" cy="5304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15266C-AC1D-4D50-BFA1-AA2FC1166E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9511" y="8504375"/>
            <a:ext cx="9065713" cy="6126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3E313C-4C31-450D-B8D0-97BDBDF4A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633" y="14674442"/>
            <a:ext cx="13756308" cy="66136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9D2431-F235-48C5-A7DE-5A6C539BAF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632" y="21487190"/>
            <a:ext cx="13756303" cy="6613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9C615-5800-469A-B503-4A802122AC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98" y="16476855"/>
            <a:ext cx="7307511" cy="739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8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earch-Poster-3-Sections-Alternate-fonts-36x48-2.pptx" id="{CBF93C31-9F3F-4E48-A323-701409EDAFEC}" vid="{7247753D-62F6-8940-8370-69F5ACC346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2027</TotalTime>
  <Words>268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Acumin Pro ExtraCondensed</vt:lpstr>
      <vt:lpstr>Arial</vt:lpstr>
      <vt:lpstr>Arial Rounded MT Bold</vt:lpstr>
      <vt:lpstr>Calibri</vt:lpstr>
      <vt:lpstr>Franklin Gothic Heavy</vt:lpstr>
      <vt:lpstr>Franklin Gothic Medium</vt:lpstr>
      <vt:lpstr>Impact</vt:lpstr>
      <vt:lpstr>United Sans Cd Bd</vt:lpstr>
      <vt:lpstr>Office Theme</vt:lpstr>
      <vt:lpstr>Autonomous Vehicle Modeling and Trajectory Tracking in the Presence of Malicious Packet Drops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TITLE HERE</dc:title>
  <dc:creator>Ashton Marie Helmke</dc:creator>
  <cp:lastModifiedBy>Somtochukwu Marcellinu Oguchienti</cp:lastModifiedBy>
  <cp:revision>33</cp:revision>
  <dcterms:created xsi:type="dcterms:W3CDTF">2023-08-02T15:53:49Z</dcterms:created>
  <dcterms:modified xsi:type="dcterms:W3CDTF">2026-04-23T19:04:34Z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2023-02-21T00:00:00Z</vt:filetime>
  </property>
  <property fmtid="{D5CDD505-2E9C-101B-9397-08002B2CF9AE}" pid="3" name="Creator">
    <vt:lpwstr>Adobe InDesign 17.2 (Macintosh)</vt:lpwstr>
  </property>
  <property fmtid="{D5CDD505-2E9C-101B-9397-08002B2CF9AE}" pid="4" name="LastSaved">
    <vt:filetime>2023-02-21T00:00:00Z</vt:filetime>
  </property>
  <property fmtid="{D5CDD505-2E9C-101B-9397-08002B2CF9AE}" pid="5" name="Producer">
    <vt:lpwstr>Adobe PDF Library 16.0.7</vt:lpwstr>
  </property>
  <property fmtid="{D5CDD505-2E9C-101B-9397-08002B2CF9AE}" pid="6" name="MSIP_Label_4044bd30-2ed7-4c9d-9d12-46200872a97b_Enabled">
    <vt:lpwstr>true</vt:lpwstr>
  </property>
  <property fmtid="{D5CDD505-2E9C-101B-9397-08002B2CF9AE}" pid="7" name="MSIP_Label_4044bd30-2ed7-4c9d-9d12-46200872a97b_SetDate">
    <vt:lpwstr>2023-02-21T14:31:56Z</vt:lpwstr>
  </property>
  <property fmtid="{D5CDD505-2E9C-101B-9397-08002B2CF9AE}" pid="8" name="MSIP_Label_4044bd30-2ed7-4c9d-9d12-46200872a97b_Method">
    <vt:lpwstr>Standard</vt:lpwstr>
  </property>
  <property fmtid="{D5CDD505-2E9C-101B-9397-08002B2CF9AE}" pid="9" name="MSIP_Label_4044bd30-2ed7-4c9d-9d12-46200872a97b_Name">
    <vt:lpwstr>defa4170-0d19-0005-0004-bc88714345d2</vt:lpwstr>
  </property>
  <property fmtid="{D5CDD505-2E9C-101B-9397-08002B2CF9AE}" pid="10" name="MSIP_Label_4044bd30-2ed7-4c9d-9d12-46200872a97b_SiteId">
    <vt:lpwstr>4130bd39-7c53-419c-b1e5-8758d6d63f21</vt:lpwstr>
  </property>
  <property fmtid="{D5CDD505-2E9C-101B-9397-08002B2CF9AE}" pid="11" name="MSIP_Label_4044bd30-2ed7-4c9d-9d12-46200872a97b_ActionId">
    <vt:lpwstr>121e5454-1c9c-4011-adf4-b7f3070a0d4f</vt:lpwstr>
  </property>
  <property fmtid="{D5CDD505-2E9C-101B-9397-08002B2CF9AE}" pid="12" name="MSIP_Label_4044bd30-2ed7-4c9d-9d12-46200872a97b_ContentBits">
    <vt:lpwstr>0</vt:lpwstr>
  </property>
</Properties>
</file>